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Results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First results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Results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Second results slide, same title.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Results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Third results slide, same title again.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Conclusions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A distinct title.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1F3864"/>
      </a:dk2>
      <a:lt2>
        <a:srgbClr val="E7E6E6"/>
      </a:lt2>
      <a:accent1>
        <a:srgbClr val="204E8C"/>
      </a:accent1>
      <a:accent2>
        <a:srgbClr val="B85C38"/>
      </a:accent2>
      <a:accent3>
        <a:srgbClr val="4F7A28"/>
      </a:accent3>
      <a:accent4>
        <a:srgbClr val="7A4F9E"/>
      </a:accent4>
      <a:accent5>
        <a:srgbClr val="2E8B99"/>
      </a:accent5>
      <a:accent6>
        <a:srgbClr val="A8842A"/>
      </a:accent6>
      <a:hlink>
        <a:srgbClr val="0563C1"/>
      </a:hlink>
      <a:folHlink>
        <a:srgbClr val="954F72"/>
      </a:folHlink>
    </a:clrScheme>
    <a:fontScheme name="Fixtur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Results Deck</dc:title>
  <dc:language>en-US</dc:language>
  <dc:creator>A11y Docs fixtures</dc:creator>
  <cp:lastModifiedBy>A11y Docs fixtures</cp:lastModifiedBy>
  <dcterms:created xsi:type="dcterms:W3CDTF">2026-01-01T00:00:00Z</dcterms:created>
  <dcterms:modified xsi:type="dcterms:W3CDTF">2026-01-01T00:00:00Z</dcterms:modified>
</cp:coreProperties>
</file>