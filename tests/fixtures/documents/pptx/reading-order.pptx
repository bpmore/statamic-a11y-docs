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Read in the order it is laid 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This paragraph is read first, though it appears below the title.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Estates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Estates Review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