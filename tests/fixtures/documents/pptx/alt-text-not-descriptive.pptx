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Estates</a:t>
            </a:r>
          </a:p>
        </p:txBody>
      </p:sp>
      <p:pic>
        <p:nvPicPr>
          <p:cNvPr id="3" name="Picture 2" descr="Photograph of the new science block from the north entra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250"/>
            <a:ext cx="2286000" cy="2286000"/>
          </a:xfrm>
          <a:prstGeom prst="rect">
            <a:avLst/>
          </a:prstGeom>
        </p:spPr>
      </p:pic>
      <p:pic>
        <p:nvPicPr>
          <p:cNvPr id="4" name="Picture 4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0" y="2000250"/>
            <a:ext cx="2286000" cy="2286000"/>
          </a:xfrm>
          <a:prstGeom prst="rect">
            <a:avLst/>
          </a:prstGeom>
        </p:spPr>
      </p:pic>
      <p:sp>
        <p:nvSpPr>
          <p:cNvPr id="5" name="Rounded Rectangle 3" descr="Rounded Rectangle 3"/>
          <p:cNvSpPr/>
          <p:nvPr/>
        </p:nvSpPr>
        <p:spPr>
          <a:xfrm>
            <a:off x="6000000" y="2000250"/>
            <a:ext cx="2286000" cy="1143000"/>
          </a:xfrm>
          <a:prstGeom prst="round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/>
              <a:t>42%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Estates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