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mp4" ContentType="video/mp4"/>
  <Default Extension="vtt" ContentType="text/vt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video" Target="../media/media1.mp4"/><Relationship Id="rId4" Type="http://schemas.microsoft.com/office/2016/01/relationships/videoCaptions" Target="../media/media1.vtt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video" Target="../media/media1.mp4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Welcome</a:t>
            </a:r>
          </a:p>
        </p:txBody>
      </p:sp>
      <p:pic>
        <p:nvPicPr>
          <p:cNvPr id="3" name="Welcome talk" descr="Recording of the 2026 open day welcome talk."/>
          <p:cNvPicPr>
            <a:picLocks noChangeAspect="1"/>
          </p:cNvPicPr>
          <p:nvPr>
            <a:videoFile r:link="rId3"/>
          </p:nvPr>
        </p:nvPicPr>
        <p:blipFill>
          <a:blip r:embed="rId2"/>
          <a:stretch>
            <a:fillRect/>
          </a:stretch>
        </p:blipFill>
        <p:spPr>
          <a:xfrm>
            <a:off x="838200" y="2000250"/>
            <a:ext cx="4572000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Campus tour</a:t>
            </a:r>
          </a:p>
        </p:txBody>
      </p:sp>
      <p:pic>
        <p:nvPicPr>
          <p:cNvPr id="3" name="Campus tour" descr="Recording of the 2026 open day welcome talk."/>
          <p:cNvPicPr>
            <a:picLocks noChangeAspect="1"/>
          </p:cNvPicPr>
          <p:nvPr>
            <a:videoFile r:link="rId3"/>
          </p:nvPr>
        </p:nvPicPr>
        <p:blipFill>
          <a:blip r:embed="rId2"/>
          <a:stretch>
            <a:fillRect/>
          </a:stretch>
        </p:blipFill>
        <p:spPr>
          <a:xfrm>
            <a:off x="838200" y="2000250"/>
            <a:ext cx="4572000" cy="2571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ixture">
  <a:themeElements>
    <a:clrScheme name="Fixture">
      <a:dk1>
        <a:srgbClr val="000000"/>
      </a:dk1>
      <a:lt1>
        <a:srgbClr val="FFFFFF"/>
      </a:lt1>
      <a:dk2>
        <a:srgbClr val="1F3864"/>
      </a:dk2>
      <a:lt2>
        <a:srgbClr val="E7E6E6"/>
      </a:lt2>
      <a:accent1>
        <a:srgbClr val="204E8C"/>
      </a:accent1>
      <a:accent2>
        <a:srgbClr val="B85C38"/>
      </a:accent2>
      <a:accent3>
        <a:srgbClr val="4F7A28"/>
      </a:accent3>
      <a:accent4>
        <a:srgbClr val="7A4F9E"/>
      </a:accent4>
      <a:accent5>
        <a:srgbClr val="2E8B99"/>
      </a:accent5>
      <a:accent6>
        <a:srgbClr val="A8842A"/>
      </a:accent6>
      <a:hlink>
        <a:srgbClr val="0563C1"/>
      </a:hlink>
      <a:folHlink>
        <a:srgbClr val="954F72"/>
      </a:folHlink>
    </a:clrScheme>
    <a:fontScheme name="Fixtur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Fixtur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 Day</dc:title>
  <dc:language>en-US</dc:language>
  <dc:creator>A11y Docs fixtures</dc:creator>
  <cp:lastModifiedBy>A11y Docs fixtures</cp:lastModifiedBy>
  <dcterms:created xsi:type="dcterms:W3CDTF">2026-01-01T00:00:00Z</dcterms:created>
  <dcterms:modified xsi:type="dcterms:W3CDTF">2026-01-01T00:00:00Z</dcterms:modified>
</cp:coreProperties>
</file>