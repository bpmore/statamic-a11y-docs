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Accessibility Review 2026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Where we are and what happens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Document Backlog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1,240 PDFs in the asset library.</a:t>
            </a:r>
          </a:p>
        </p:txBody>
      </p:sp>
      <p:pic>
        <p:nvPicPr>
          <p:cNvPr id="4" name="Chart 1" descr="Bar chart: 890 of 1,240 PDFs are untagg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02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Triage by severity, then remediate.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 Review 2026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