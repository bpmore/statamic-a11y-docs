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extLst>
    <p:ext uri="{521415D9-36F7-43E2-AB2F-B90AF26B5E84}">
      <p14:sectionLst xmlns:p14="http://schemas.microsoft.com/office/powerpoint/2010/main">
        <p14:section name="Untitled Section" id="{00000000-0000-0000-0000-000000000001}">
          <p14:sldIdLst>
            <p14:sldId id="256"/>
          </p14:sldIdLst>
        </p14:section>
        <p14:section name="Estates" id="{00000000-0000-0000-0000-000000000002}">
          <p14:sldIdLst>
            <p14:sldId id="257"/>
          </p14:sldIdLst>
        </p14:section>
        <p14:section name="Untitled Section" id="{00000000-0000-0000-0000-000000000003}">
          <p14:sldIdLst>
            <p14:sldId id="258"/>
          </p14:sldIdLst>
        </p14:section>
        <p14:section name="Estates" id="{00000000-0000-0000-0000-000000000004}">
          <p14:sldIdLst>
            <p14:sldId id="259"/>
          </p14:sldIdLst>
        </p14:section>
      </p14:sectionLst>
    </p:ext>
  </p:ext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/>
              <a:t>First section.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Findings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/>
              <a:t>Second section.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Costs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/>
              <a:t>Third section.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Next steps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/>
              <a:t>Fourth section.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xture">
  <a:themeElements>
    <a:clrScheme name="Fixture">
      <a:dk1>
        <a:srgbClr val="000000"/>
      </a:dk1>
      <a:lt1>
        <a:srgbClr val="FFFFFF"/>
      </a:lt1>
      <a:dk2>
        <a:srgbClr val="1F3864"/>
      </a:dk2>
      <a:lt2>
        <a:srgbClr val="E7E6E6"/>
      </a:lt2>
      <a:accent1>
        <a:srgbClr val="204E8C"/>
      </a:accent1>
      <a:accent2>
        <a:srgbClr val="B85C38"/>
      </a:accent2>
      <a:accent3>
        <a:srgbClr val="4F7A28"/>
      </a:accent3>
      <a:accent4>
        <a:srgbClr val="7A4F9E"/>
      </a:accent4>
      <a:accent5>
        <a:srgbClr val="2E8B99"/>
      </a:accent5>
      <a:accent6>
        <a:srgbClr val="A8842A"/>
      </a:accent6>
      <a:hlink>
        <a:srgbClr val="0563C1"/>
      </a:hlink>
      <a:folHlink>
        <a:srgbClr val="954F72"/>
      </a:folHlink>
    </a:clrScheme>
    <a:fontScheme name="Fixtur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Annual Review</dc:title>
  <dc:language>en-US</dc:language>
  <dc:creator>A11y Docs fixtures</dc:creator>
  <cp:lastModifiedBy>A11y Docs fixtures</cp:lastModifiedBy>
  <dcterms:created xsi:type="dcterms:W3CDTF">2026-01-01T00:00:00Z</dcterms:created>
  <dcterms:modified xsi:type="dcterms:W3CDTF">2026-01-01T00:00:00Z</dcterms:modified>
</cp:coreProperties>
</file>